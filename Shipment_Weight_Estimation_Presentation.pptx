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247" autoAdjust="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823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331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 WEIGHT ESTIMATION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6517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Accuracy 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61188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stands today, what changed, and what we're watching next.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warehouse data  ·  January –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weight isn't what carriers actually charge for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76479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581912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weight is a guess.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item weights plus carton tare, summed before the box is ever packed.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496312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weight is what gets billed.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Packing material, catalog inaccuracies, and multi-item shipments all pull the real scale reading away from that guess.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9359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causes real costs.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surprises, wrong delivery estimates, and mismatched pre-printed labels.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06640" y="1691640"/>
            <a:ext cx="4114800" cy="3840480"/>
          </a:xfrm>
          <a:prstGeom prst="roundRect">
            <a:avLst>
              <a:gd name="adj" fmla="val 1429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theoretical_weight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0" y="23317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catalog item weights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+ carton tare weight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80960" y="3063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actual_weight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680960" y="38862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D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 what the carrier's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D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scale really reads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680960" y="46634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predict the actual packed weight before it ships — accurate enough to trust on a label.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rough guess to a number people can trust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shipments now land within 1 lb of the carrier's bill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34290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44.2% doing nothing at all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600200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24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172200" y="1709928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lbs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001000" y="17099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prediction error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01000" y="22219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1.33 lbs baseline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898648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24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72200" y="3008376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001000" y="30083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match the carrier's bill exactly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01000" y="3520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from 31.6% before this update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4197096"/>
            <a:ext cx="5577840" cy="1143000"/>
          </a:xfrm>
          <a:prstGeom prst="roundRect">
            <a:avLst>
              <a:gd name="adj" fmla="val 6400"/>
            </a:avLst>
          </a:prstGeom>
          <a:solidFill>
            <a:srgbClr val="24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72200" y="4306824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001000" y="43068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tested to confirm we're not leaving accuracy on the table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001000" y="48188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converged near the same ceiling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4251960"/>
            <a:ext cx="1324051" cy="438912"/>
          </a:xfrm>
          <a:prstGeom prst="roundRect">
            <a:avLst>
              <a:gd name="adj" fmla="val 50000"/>
            </a:avLst>
          </a:prstGeom>
          <a:solidFill>
            <a:srgbClr val="243559"/>
          </a:solidFill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" y="4251960"/>
            <a:ext cx="1324051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upgraded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128723" y="4251960"/>
            <a:ext cx="1474013" cy="438912"/>
          </a:xfrm>
          <a:prstGeom prst="roundRect">
            <a:avLst>
              <a:gd name="adj" fmla="val 50000"/>
            </a:avLst>
          </a:prstGeom>
          <a:solidFill>
            <a:srgbClr val="243559"/>
          </a:solidFill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128723" y="4251960"/>
            <a:ext cx="1474013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 matched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767328" y="4251960"/>
            <a:ext cx="1548994" cy="438912"/>
          </a:xfrm>
          <a:prstGeom prst="roundRect">
            <a:avLst>
              <a:gd name="adj" fmla="val 50000"/>
            </a:avLst>
          </a:prstGeom>
          <a:solidFill>
            <a:srgbClr val="243559"/>
          </a:solidFill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67328" y="4251960"/>
            <a:ext cx="154899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documented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in production, a real measurement fix applied, and one clear next step identified — all covered in this update.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production model: Ridge Regression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warehouse shipments (Jan–May), evaluated on June — a genuine holdout month.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1.33 lbs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baseline — no model at all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77640" y="21945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663440" y="1874520"/>
            <a:ext cx="3291840" cy="1234440"/>
          </a:xfrm>
          <a:prstGeom prst="roundRect">
            <a:avLst>
              <a:gd name="adj" fmla="val 4444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20116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lbs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258775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— first real-data production model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296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22960" y="4041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reduction vs. baseline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342900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2628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26280" y="4041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shipments within 1 lb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3429000"/>
            <a:ext cx="35204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0" y="35661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58,822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229600" y="404164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used to train &amp; test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80060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worked: </a:t>
            </a:r>
            <a:r>
              <a:rPr lang="en-US" sz="13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close to a calibration problem — theoretical weight already correlates at r ≈ 0.98 with actual weight, so a simple linear correction went a long way.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every reasonable alternative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5623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7335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tested: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Ridge, HistGBT, LightGBM, XGBoost, CatBoost — plus ensembles combining multiple models.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4203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different boosting libraries converged to within 0.3 oz of each other.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59359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3410712"/>
            <a:ext cx="60350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Interpretation: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not missing a better algorithm — we're near the practical limit for the data we have today.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6309360" cy="1325880"/>
          </a:xfrm>
          <a:prstGeom prst="roundRect">
            <a:avLst>
              <a:gd name="adj" fmla="val 4138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4663440"/>
            <a:ext cx="5852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tested: </a:t>
            </a:r>
            <a:r>
              <a:rPr lang="en-US" sz="12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multiple models together. Their errors turned out too similar (88% correlated) — combining them barely helped, so we kept one model to maintain instead of two.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691640"/>
            <a:ext cx="4297680" cy="4160520"/>
          </a:xfrm>
          <a:prstGeom prst="roundRect">
            <a:avLst>
              <a:gd name="adj" fmla="val 131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0" y="1965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ACCURACY CEILING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0" y="23317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shipments — identical items, identical box — still disagree by: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8080" y="30632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~6.5 oz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7498080" y="3977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noise floor — no model, however good, can beat packing variance this small.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4892040"/>
            <a:ext cx="374904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0" y="502920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 sits ~3.7 oz above this floor — roughly halfway to physically impossible.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production model: HistGBT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 lbs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2167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(previous)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94760" y="17830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434840" y="1508760"/>
            <a:ext cx="3108960" cy="1143000"/>
          </a:xfrm>
          <a:prstGeom prst="roundRect">
            <a:avLst>
              <a:gd name="adj" fmla="val 4800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17720" y="162763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lbs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617720" y="21671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HistGBT — current production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863840" y="1508760"/>
            <a:ext cx="3657600" cy="1143000"/>
          </a:xfrm>
          <a:prstGeom prst="roundRect">
            <a:avLst>
              <a:gd name="adj" fmla="val 48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0" y="1645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Rollback-safe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20574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archived — instant revert if ever needed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9718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09067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 → 84.4%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22960" y="35661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within-1lb accuracy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2971800"/>
            <a:ext cx="5349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46520" y="3090672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446520" y="356616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MAE cut, on top of the original 47%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420624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a real bias issue: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shipments on FedEx HAZMAT service were under-predicted by nearly 11 oz on average under Ridge — HistGBT closes almost all of that gap.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14400" y="50292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 before promoting it:  </a:t>
            </a:r>
            <a:r>
              <a:rPr lang="en-US" sz="14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picked on average accuracy — we checked bias by carrier, box type, and shipment size first.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0080" y="5943600"/>
            <a:ext cx="10881360" cy="502920"/>
          </a:xfrm>
          <a:prstGeom prst="roundRect">
            <a:avLst>
              <a:gd name="adj" fmla="val 10909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4400" y="59436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feature pipeline as Ridge — this is a model swap, not a rebuild, which keeps the switch low-risk.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FIX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how carriers actually bill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7335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490472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rule:  </a:t>
            </a:r>
            <a:r>
              <a:rPr lang="en-US" sz="13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carriers round weight up to the next whole pound before billing (per carrier billing guidance).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5059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267712"/>
            <a:ext cx="10149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moved the number:  </a:t>
            </a:r>
            <a:r>
              <a:rPr lang="en-US" sz="13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 part of our historical data was being compared against unrounded ground truth — an inconsistent comparison, now fixed on both sides.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 → 54.4%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39502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match the carrier's bill exactly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3291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26280" y="3429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84.4% → 92.3%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6280" y="39502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within-1lb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3291840"/>
            <a:ext cx="3520440" cy="1143000"/>
          </a:xfrm>
          <a:prstGeom prst="roundRect">
            <a:avLst>
              <a:gd name="adj" fmla="val 4800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0" y="342900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 → 0.61 lbs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0" y="3950208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rounded-prediction MAE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70916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fix, not a new model. </a:t>
            </a:r>
            <a:r>
              <a:rPr lang="en-US" sz="12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predictions, same model — most of this gain (about 22 of the ~23 points) came from fixing an inconsistent comparison. The round-up rule itself is a smaller, secondary refinement we couldn't independently verify from this dataset alone, so it's applied per known carrier billing behavior.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still watching — nothing hidden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2788920"/>
          </a:xfrm>
          <a:prstGeom prst="roundRect">
            <a:avLst>
              <a:gd name="adj" fmla="val 1967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1938528"/>
            <a:ext cx="1417320" cy="365760"/>
          </a:xfrm>
          <a:prstGeom prst="roundRect">
            <a:avLst>
              <a:gd name="adj" fmla="val 12500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1417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14400" y="2450592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size is hard to predict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907792"/>
            <a:ext cx="4754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30×20×12 box has the highest error of any box, for every model we've tried — including the new one. We ruled out box geometry, overfilling, and data-timing artifacts as causes. This points to a catalog-data issue specific to this box, not something a better model can fix.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a catalog-data review for this box, not a model change.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5394960" cy="2788920"/>
          </a:xfrm>
          <a:prstGeom prst="roundRect">
            <a:avLst>
              <a:gd name="adj" fmla="val 1967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400800" y="1938528"/>
            <a:ext cx="1508760" cy="365760"/>
          </a:xfrm>
          <a:prstGeom prst="roundRect">
            <a:avLst>
              <a:gd name="adj" fmla="val 125000"/>
            </a:avLst>
          </a:prstGeom>
          <a:solidFill>
            <a:srgbClr val="6B72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0" y="1938528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PRIORITY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2450592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new regression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90779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rare box type (26×20×8 — under 1% of shipments) got slightly worse under HistGBT than it was under Ridge. Verified real, not noise — but the sample is small and doesn't outweigh the broad gains elsewhere.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4114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and tracked, not currently blocking.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7091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r>
              <a:rPr lang="en-US" sz="13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issues are known, quantified, and don't change the overall recommendation — HistGBT stays in production.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clearest opportunity we've found so far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155448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 ·  MISSING BOX WEIGHT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5943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traced a mysterious month-over-month accuracy shift to a real data gap: box weight stopped being reliably recorded for a growing share of shipments (0% missing in January, 100% by June).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78040" y="1828800"/>
            <a:ext cx="0" cy="1188720"/>
          </a:xfrm>
          <a:prstGeom prst="line">
            <a:avLst/>
          </a:prstGeom>
          <a:noFill/>
          <a:ln w="19050">
            <a:solidFill>
              <a:srgbClr val="E1E6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52360" y="17830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452360" y="242316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error reduction seen in early testing — promising, not yet production-validated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359359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341071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step:  </a:t>
            </a:r>
            <a:r>
              <a:rPr lang="en-US" sz="13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missing box-weight data at the source (or impute it properly) and re-validate with the same rigor as everything else in this update.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462272"/>
            <a:ext cx="91440" cy="914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4279392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on the list:  </a:t>
            </a:r>
            <a:r>
              <a:rPr lang="en-US" sz="1350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Catalog-weight review for the 30×20×12 box, and continued monitoring of the small 26×20×8 regression.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E3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54681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flagging this honestly as exploratory: an earlier attempt at this same idea looked promising but turned out to be a false signal. This version was checked against that failure mode and holds up — but it hasn't had the full validation the production model has.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stand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24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 lbs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error — down from 1.33 lbs doing nothing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55448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24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 lb, after the billing-tier fix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55448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2435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75320" y="173736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DD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275320" y="24231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= exact bill — up from 31.6% before this update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694176"/>
            <a:ext cx="91440" cy="91440"/>
          </a:xfrm>
          <a:prstGeom prst="ellipse">
            <a:avLst/>
          </a:prstGeom>
          <a:solidFill>
            <a:srgbClr val="7DD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4400" y="3538728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production model (HistGBT) live, tested, diagnosed, and rollback-safe.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261104"/>
            <a:ext cx="91440" cy="91440"/>
          </a:xfrm>
          <a:prstGeom prst="ellipse">
            <a:avLst/>
          </a:prstGeom>
          <a:solidFill>
            <a:srgbClr val="7DD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105656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Billing-rounding fix applied — evaluation now matches how carriers actually bill.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828032"/>
            <a:ext cx="91440" cy="91440"/>
          </a:xfrm>
          <a:prstGeom prst="ellipse">
            <a:avLst/>
          </a:prstGeom>
          <a:solidFill>
            <a:srgbClr val="7DD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672584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documented and monitored, not hidden.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94960"/>
            <a:ext cx="91440" cy="91440"/>
          </a:xfrm>
          <a:prstGeom prst="ellipse">
            <a:avLst/>
          </a:prstGeom>
          <a:solidFill>
            <a:srgbClr val="7DD8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5239512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3E9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next step identified: a data-quality fix showing early promise, pending full validation.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761488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0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1234</Words>
  <Application>Microsoft Office PowerPoint</Application>
  <PresentationFormat>Widescreen</PresentationFormat>
  <Paragraphs>143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Hanumath Chowdary</cp:lastModifiedBy>
  <cp:revision>5</cp:revision>
  <dcterms:created xsi:type="dcterms:W3CDTF">2026-08-21T20:04:19Z</dcterms:created>
  <dcterms:modified xsi:type="dcterms:W3CDTF">2026-08-21T21:23:02Z</dcterms:modified>
</cp:coreProperties>
</file>